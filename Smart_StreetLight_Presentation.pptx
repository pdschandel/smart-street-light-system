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i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926080"/>
            <a:ext cx="2004041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Times New Roman"/>
              </a:rPr>
              <a:t>IOT-BASED SMART STREET LIGHT SYSTEM WITH CLOUD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Date: 01-04-2026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Under the Guidance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Times New Roman"/>
              </a:rPr>
              <a:t>Dr. Faculty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Assistant Professor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Department of CSE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Submitted by-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Times New Roman"/>
              </a:rPr>
              <a:t>Your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Roll No.-22dcs026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Times New Roman"/>
              </a:rPr>
              <a:t>NATIONAL INSTITUTE OF TECHNOLOGY HAMIRPUR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Times New Roman"/>
              </a:rPr>
              <a:t>HIMACHAL PRADESH -177005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Times New Roman"/>
              </a:rPr>
              <a:t>Table of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1.Problem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019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2.Proposed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4086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3.Methodology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797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 3.1 Simulation Platforms (Wokwi &amp; TagoIO)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186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 3.2 Sensors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 3.3 Microcontroller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96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 3.4 Circuit Connections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3542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 3.5 TagoIO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7433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4.Limitations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132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5.Future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6.Conclusion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Energy Wastage: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Traditional streetlights remain ON during daytime, wasting massive electricity globally.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Lack of Automation: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Manual switching is prone to human errors and timing delays.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No Dimming: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Providing 100% brightness even when roads are completely empty wastes power.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No Remote Access: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937759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Faulty lights are only fixed after public complaints; no live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A fully simulated, IoT-based Smart Street Light System that solves traditional limitations: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Energy Wastage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3464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Automated Day/Night switching using LDR sensor.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No Dimming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6576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PIR Motion Sensor dims lights to 20% when empty, 100% when active.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No Remote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48056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ESP32 WiFi pushes live telemetry data to the Cloud every few seconds.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Manual 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30352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Zero human intervention required. Fully autonomous.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Simulation Platforms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Times New Roman"/>
              </a:rPr>
              <a:t>Wokwi — Hardware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Free, browser-based IoT simulator at wokwi.com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Simulates real ESP32 microcontroller with actual GPIO pins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Supports LDR, PIR sensors, LEDs, Serial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Arduino C++ code runs exactly as it would on physical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Times New Roman"/>
              </a:rPr>
              <a:t>TagoIO — Cloud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14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Cloud IoT platform at tago.io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80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Provides drag-and-drop dashboard widgets: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46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LDR Chart, Dimmer Widget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Device Geolocation Map, Analytics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Sensors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Times New Roman"/>
              </a:rPr>
              <a:t>1. LDR — Light Dependent Resistor (Photoresistor)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An analog sensor that changes resistance based on light intensity.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Used to detect ambient environmental light (Day vs Night).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Triggers the system to turn ON or OFF lights automatically based on sunlight.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Times New Roman"/>
              </a:rPr>
              <a:t>2. PIR Sensor — Passive Infrared 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23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A digital sensor that detects motion via infrared radiation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34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Used to identify presence of vehicles or pedestrians.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46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Triggers system to dynamically increase brightness to 100% when motion occurs.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Microcontroller — ESP32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The ESP32 was selected as the central CPU due to its native IoT capabilities.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Dual-Core Processor: Allows simultaneous sensor detection and Wi-Fi transmission.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Integrated Wi-Fi &amp; BT: Enables direct MQTT/HTTP connection to TagoIO.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Rich I/O Peripheral Set: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    ADC Pins: Reading variations in LDR resistance (Analog Input).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    Digital/PWM Pins: Controlling the LED brightness via PWM.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09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    Interrupt Pins: Real-time PIR motion detection.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12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Low Power Consumption: Essential for remote outdoor installations.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Circuit Architecture &amp;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Times New Roman"/>
              </a:rPr>
              <a:t>LDR Sensor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   VCC → 3.3V
   GND → GND
   AO → GPIO 34 (Analog Input)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Times New Roman"/>
              </a:rPr>
              <a:t>PIR Sensor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   VCC → 3.3V
   GND → GND
   OUT → GPIO 13 (Digital Input)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Times New Roman"/>
              </a:rPr>
              <a:t>Street Light 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Times New Roman"/>
              </a:rPr>
              <a:t>   Anode (+) → GPIO 25 (PWM Output)
   Cathode (-) → GND (via 220-ohm Resistor)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Hardware Simulation Setup - Wokwi</a:t>
            </a:r>
          </a:p>
        </p:txBody>
      </p:sp>
      <p:pic>
        <p:nvPicPr>
          <p:cNvPr id="5" name="Picture 4" descr="wokwi_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812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(Figure) Physical component placement and digital wiring implementation inside the Wokwi ESP32 visual simulator.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System Implementation Overview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4123364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(Figure) System Implementation Overview and Functional Layout.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System Implementation Overview (Cont.)</a:t>
            </a:r>
          </a:p>
        </p:txBody>
      </p:sp>
      <p:pic>
        <p:nvPicPr>
          <p:cNvPr id="5" name="Picture 4" descr="image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4123364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(Figure) Additional System Implementation detailing the hardware configuration.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TagoIO Dashboard Results - Night Mode</a:t>
            </a:r>
          </a:p>
        </p:txBody>
      </p:sp>
      <p:pic>
        <p:nvPicPr>
          <p:cNvPr id="5" name="Picture 4" descr="dashboard_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7315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(Figure) Cloud Monitoring Dashboard displaying active state at night (100% Brightness).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TagoIO Dashboard Results - Day Mode</a:t>
            </a:r>
          </a:p>
        </p:txBody>
      </p:sp>
      <p:pic>
        <p:nvPicPr>
          <p:cNvPr id="5" name="Picture 4" descr="dashboard_day_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7315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(Figure) Cloud Monitoring Dashboard displaying Standby Day Mode (0% Brightness).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TagoIO Dashboard Results - Eco Dim Mode</a:t>
            </a:r>
          </a:p>
        </p:txBody>
      </p:sp>
      <p:pic>
        <p:nvPicPr>
          <p:cNvPr id="5" name="Picture 4" descr="dashboard_dim_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7315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(Figure) Cloud Monitoring Dashboard displaying Eco Dim Mode during night with no traffic (20% Brightness).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Simulation Constraints: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459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Wokwi provides 'perfect' data; real-world sensors face signal noise and physical degradation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Network Dependency: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Requires a constant Wi-Fi connection; lacks local fallback memory to operate completely offline without data loss.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Security: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2062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Data is sent over standard network protocols which might require enhanced MQTT encryption in enterprise solutions.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Hardware Integration: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459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Transition from Wokwi simulation to physical deployment using an ESP32 board, LDRs, and High-Power LEDs.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Edge AI Integration: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Incorporate IP cameras to classify vehicles vs. pedestrians, overriding simple PIR triggers to predict trajectories.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Solar Panel Addition: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2062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Equip each streetlight pole with independent solar panels and battery storage (off-grid).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Integrated IoT Solution: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459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Successfully demonstrated a real-time smart lighting system bridging ESP32 hardware logic with TagoIO cloud visualization.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Energy Efficiency: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Moved beyond traditional 'always-on' lighting by implementing PIR-based dimming, actively reducing unnecessary power wastage.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Times New Roman"/>
              </a:rPr>
              <a:t>Cost-Efficiency: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2062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The project proves that sophisticated urban automation can be achieved using low-cost, scalable IoT components.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[1] A. Kumar and S. Singh, "IoT-Based Smart Energy Efficient Street Lighting System," in IEEE International Conference on Smart City Technologies, 2024, pp. 45-50.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[2] R. Sharma and M. Gupta, "Cloud-Based Telemetry for Municipal Lighting Utilities using ESP32 and MQTT Protocols," in IEEE Transactions on Smart Grid, vol. 16, no. 2, pp. 110-118, Feb.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[3] M. R. Chen, "Integration of LDR and PIR Sensors for Urban Automation and Predictive Power Savings," in IEEE Internet of Things Journal, vol. 11, no. 4, pp. 201-210, April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